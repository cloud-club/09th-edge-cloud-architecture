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6" r:id="rId3"/>
    <p:sldId id="287" r:id="rId4"/>
    <p:sldId id="288" r:id="rId5"/>
    <p:sldId id="273" r:id="rId6"/>
    <p:sldId id="291" r:id="rId7"/>
    <p:sldId id="289" r:id="rId8"/>
    <p:sldId id="290" r:id="rId9"/>
    <p:sldId id="295" r:id="rId10"/>
    <p:sldId id="296" r:id="rId11"/>
    <p:sldId id="292" r:id="rId12"/>
    <p:sldId id="29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0C50D4-CB24-483C-9C8B-5D7F6312BB34}" v="42" dt="2026-06-13T11:41:58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tae Moon" userId="0b947a847ea89db1" providerId="LiveId" clId="{81A0825F-61DE-4F1B-BF4A-1CC1CC7F2867}"/>
    <pc:docChg chg="undo redo custSel addSld delSld modSld sldOrd modMainMaster">
      <pc:chgData name="Seungtae Moon" userId="0b947a847ea89db1" providerId="LiveId" clId="{81A0825F-61DE-4F1B-BF4A-1CC1CC7F2867}" dt="2026-06-14T01:41:46.377" v="29421" actId="14100"/>
      <pc:docMkLst>
        <pc:docMk/>
      </pc:docMkLst>
      <pc:sldChg chg="addSp modSp new mod">
        <pc:chgData name="Seungtae Moon" userId="0b947a847ea89db1" providerId="LiveId" clId="{81A0825F-61DE-4F1B-BF4A-1CC1CC7F2867}" dt="2026-05-30T01:53:01.925" v="22484"/>
        <pc:sldMkLst>
          <pc:docMk/>
          <pc:sldMk cId="2396151813" sldId="256"/>
        </pc:sldMkLst>
        <pc:spChg chg="mod">
          <ac:chgData name="Seungtae Moon" userId="0b947a847ea89db1" providerId="LiveId" clId="{81A0825F-61DE-4F1B-BF4A-1CC1CC7F2867}" dt="2026-05-30T01:51:03.702" v="22468" actId="20577"/>
          <ac:spMkLst>
            <pc:docMk/>
            <pc:sldMk cId="2396151813" sldId="256"/>
            <ac:spMk id="3" creationId="{35245851-165B-83DD-3762-40703DAD910F}"/>
          </ac:spMkLst>
        </pc:spChg>
      </pc:sldChg>
      <pc:sldChg chg="addSp delSp modSp add mod">
        <pc:chgData name="Seungtae Moon" userId="0b947a847ea89db1" providerId="LiveId" clId="{81A0825F-61DE-4F1B-BF4A-1CC1CC7F2867}" dt="2026-06-06T14:24:24.446" v="26002" actId="478"/>
        <pc:sldMkLst>
          <pc:docMk/>
          <pc:sldMk cId="4042823309" sldId="273"/>
        </pc:sldMkLst>
        <pc:spChg chg="add mod">
          <ac:chgData name="Seungtae Moon" userId="0b947a847ea89db1" providerId="LiveId" clId="{81A0825F-61DE-4F1B-BF4A-1CC1CC7F2867}" dt="2026-06-06T10:14:35.661" v="25893" actId="20577"/>
          <ac:spMkLst>
            <pc:docMk/>
            <pc:sldMk cId="4042823309" sldId="273"/>
            <ac:spMk id="3" creationId="{877EF85E-F097-9304-A81D-359F77364F73}"/>
          </ac:spMkLst>
        </pc:spChg>
        <pc:spChg chg="add mod">
          <ac:chgData name="Seungtae Moon" userId="0b947a847ea89db1" providerId="LiveId" clId="{81A0825F-61DE-4F1B-BF4A-1CC1CC7F2867}" dt="2026-06-06T12:12:37.611" v="25992" actId="20577"/>
          <ac:spMkLst>
            <pc:docMk/>
            <pc:sldMk cId="4042823309" sldId="273"/>
            <ac:spMk id="4" creationId="{A7AE0C5D-C7DA-A4CE-5CA5-946998E9880E}"/>
          </ac:spMkLst>
        </pc:spChg>
        <pc:picChg chg="add mod">
          <ac:chgData name="Seungtae Moon" userId="0b947a847ea89db1" providerId="LiveId" clId="{81A0825F-61DE-4F1B-BF4A-1CC1CC7F2867}" dt="2026-06-06T12:10:34.173" v="25908" actId="1076"/>
          <ac:picMkLst>
            <pc:docMk/>
            <pc:sldMk cId="4042823309" sldId="273"/>
            <ac:picMk id="2" creationId="{87C3EE25-14AF-470F-8E1C-6F4A1CC7FF83}"/>
          </ac:picMkLst>
        </pc:picChg>
      </pc:sldChg>
      <pc:sldChg chg="modSp add mod">
        <pc:chgData name="Seungtae Moon" userId="0b947a847ea89db1" providerId="LiveId" clId="{81A0825F-61DE-4F1B-BF4A-1CC1CC7F2867}" dt="2026-05-30T02:13:23.444" v="23304" actId="20577"/>
        <pc:sldMkLst>
          <pc:docMk/>
          <pc:sldMk cId="1404339810" sldId="286"/>
        </pc:sldMkLst>
        <pc:spChg chg="mod">
          <ac:chgData name="Seungtae Moon" userId="0b947a847ea89db1" providerId="LiveId" clId="{81A0825F-61DE-4F1B-BF4A-1CC1CC7F2867}" dt="2026-05-30T01:53:14.254" v="22535" actId="20577"/>
          <ac:spMkLst>
            <pc:docMk/>
            <pc:sldMk cId="1404339810" sldId="286"/>
            <ac:spMk id="2" creationId="{81A012DA-30E9-2B0C-BA94-81DBB1ED118A}"/>
          </ac:spMkLst>
        </pc:spChg>
        <pc:spChg chg="mod">
          <ac:chgData name="Seungtae Moon" userId="0b947a847ea89db1" providerId="LiveId" clId="{81A0825F-61DE-4F1B-BF4A-1CC1CC7F2867}" dt="2026-05-30T02:13:23.444" v="23304" actId="20577"/>
          <ac:spMkLst>
            <pc:docMk/>
            <pc:sldMk cId="1404339810" sldId="286"/>
            <ac:spMk id="3" creationId="{F439E6AE-ABBC-E26A-8138-535DD7132226}"/>
          </ac:spMkLst>
        </pc:spChg>
        <pc:spChg chg="mod">
          <ac:chgData name="Seungtae Moon" userId="0b947a847ea89db1" providerId="LiveId" clId="{81A0825F-61DE-4F1B-BF4A-1CC1CC7F2867}" dt="2026-05-30T01:53:37.301" v="22654" actId="20577"/>
          <ac:spMkLst>
            <pc:docMk/>
            <pc:sldMk cId="1404339810" sldId="286"/>
            <ac:spMk id="4" creationId="{8049FD00-670A-E050-49B0-752269A4A1D4}"/>
          </ac:spMkLst>
        </pc:spChg>
      </pc:sldChg>
      <pc:sldChg chg="modSp add mod">
        <pc:chgData name="Seungtae Moon" userId="0b947a847ea89db1" providerId="LiveId" clId="{81A0825F-61DE-4F1B-BF4A-1CC1CC7F2867}" dt="2026-05-31T04:43:06.961" v="24196" actId="14100"/>
        <pc:sldMkLst>
          <pc:docMk/>
          <pc:sldMk cId="1601871987" sldId="287"/>
        </pc:sldMkLst>
        <pc:spChg chg="mod">
          <ac:chgData name="Seungtae Moon" userId="0b947a847ea89db1" providerId="LiveId" clId="{81A0825F-61DE-4F1B-BF4A-1CC1CC7F2867}" dt="2026-05-31T04:41:58.161" v="24192" actId="20578"/>
          <ac:spMkLst>
            <pc:docMk/>
            <pc:sldMk cId="1601871987" sldId="287"/>
            <ac:spMk id="3" creationId="{EF1A5441-11D7-260A-149E-00B32DB2096F}"/>
          </ac:spMkLst>
        </pc:spChg>
        <pc:spChg chg="mod">
          <ac:chgData name="Seungtae Moon" userId="0b947a847ea89db1" providerId="LiveId" clId="{81A0825F-61DE-4F1B-BF4A-1CC1CC7F2867}" dt="2026-05-30T02:25:31.472" v="24180" actId="20577"/>
          <ac:spMkLst>
            <pc:docMk/>
            <pc:sldMk cId="1601871987" sldId="287"/>
            <ac:spMk id="4" creationId="{29D5E5AD-22F5-9575-41F0-F96D974ECE63}"/>
          </ac:spMkLst>
        </pc:spChg>
        <pc:picChg chg="mod">
          <ac:chgData name="Seungtae Moon" userId="0b947a847ea89db1" providerId="LiveId" clId="{81A0825F-61DE-4F1B-BF4A-1CC1CC7F2867}" dt="2026-05-31T04:42:21.370" v="24194" actId="14100"/>
          <ac:picMkLst>
            <pc:docMk/>
            <pc:sldMk cId="1601871987" sldId="287"/>
            <ac:picMk id="9" creationId="{7DD58697-4763-0E20-D5BA-B07775A637BA}"/>
          </ac:picMkLst>
        </pc:picChg>
        <pc:picChg chg="mod">
          <ac:chgData name="Seungtae Moon" userId="0b947a847ea89db1" providerId="LiveId" clId="{81A0825F-61DE-4F1B-BF4A-1CC1CC7F2867}" dt="2026-05-31T04:43:06.961" v="24196" actId="14100"/>
          <ac:picMkLst>
            <pc:docMk/>
            <pc:sldMk cId="1601871987" sldId="287"/>
            <ac:picMk id="11" creationId="{2F36F369-2CC8-3A4F-6B73-988CE762AECC}"/>
          </ac:picMkLst>
        </pc:picChg>
      </pc:sldChg>
      <pc:sldChg chg="addSp delSp modSp add mod ord">
        <pc:chgData name="Seungtae Moon" userId="0b947a847ea89db1" providerId="LiveId" clId="{81A0825F-61DE-4F1B-BF4A-1CC1CC7F2867}" dt="2026-06-06T10:14:13.635" v="25826"/>
        <pc:sldMkLst>
          <pc:docMk/>
          <pc:sldMk cId="49149838" sldId="288"/>
        </pc:sldMkLst>
        <pc:spChg chg="add mod">
          <ac:chgData name="Seungtae Moon" userId="0b947a847ea89db1" providerId="LiveId" clId="{81A0825F-61DE-4F1B-BF4A-1CC1CC7F2867}" dt="2026-06-06T09:40:16.741" v="25808" actId="20577"/>
          <ac:spMkLst>
            <pc:docMk/>
            <pc:sldMk cId="49149838" sldId="288"/>
            <ac:spMk id="2" creationId="{B6A0A927-047E-26F6-3EDC-D305A5CEA7B7}"/>
          </ac:spMkLst>
        </pc:spChg>
        <pc:spChg chg="add mod">
          <ac:chgData name="Seungtae Moon" userId="0b947a847ea89db1" providerId="LiveId" clId="{81A0825F-61DE-4F1B-BF4A-1CC1CC7F2867}" dt="2026-06-06T09:34:13.647" v="24226" actId="20577"/>
          <ac:spMkLst>
            <pc:docMk/>
            <pc:sldMk cId="49149838" sldId="288"/>
            <ac:spMk id="3" creationId="{5E68AF6E-49B7-35B9-70FE-C8D28A4F1F04}"/>
          </ac:spMkLst>
        </pc:spChg>
      </pc:sldChg>
      <pc:sldChg chg="addSp delSp modSp add mod ord">
        <pc:chgData name="Seungtae Moon" userId="0b947a847ea89db1" providerId="LiveId" clId="{81A0825F-61DE-4F1B-BF4A-1CC1CC7F2867}" dt="2026-06-06T12:12:39.374" v="25993"/>
        <pc:sldMkLst>
          <pc:docMk/>
          <pc:sldMk cId="2940683677" sldId="289"/>
        </pc:sldMkLst>
        <pc:spChg chg="add mod">
          <ac:chgData name="Seungtae Moon" userId="0b947a847ea89db1" providerId="LiveId" clId="{81A0825F-61DE-4F1B-BF4A-1CC1CC7F2867}" dt="2026-06-06T10:14:43.174" v="25900" actId="20577"/>
          <ac:spMkLst>
            <pc:docMk/>
            <pc:sldMk cId="2940683677" sldId="289"/>
            <ac:spMk id="6" creationId="{7334DAA3-AA62-59AA-6D92-FACD370F9936}"/>
          </ac:spMkLst>
        </pc:spChg>
        <pc:spChg chg="add mod">
          <ac:chgData name="Seungtae Moon" userId="0b947a847ea89db1" providerId="LiveId" clId="{81A0825F-61DE-4F1B-BF4A-1CC1CC7F2867}" dt="2026-06-06T12:12:39.374" v="25993"/>
          <ac:spMkLst>
            <pc:docMk/>
            <pc:sldMk cId="2940683677" sldId="289"/>
            <ac:spMk id="8" creationId="{235A0F71-BF9D-83ED-961C-24EA2C03B650}"/>
          </ac:spMkLst>
        </pc:spChg>
        <pc:picChg chg="add mod">
          <ac:chgData name="Seungtae Moon" userId="0b947a847ea89db1" providerId="LiveId" clId="{81A0825F-61DE-4F1B-BF4A-1CC1CC7F2867}" dt="2026-06-06T12:11:56.639" v="25915" actId="12788"/>
          <ac:picMkLst>
            <pc:docMk/>
            <pc:sldMk cId="2940683677" sldId="289"/>
            <ac:picMk id="7" creationId="{A3EFAFD8-A815-016A-B0A9-305E5EC43C6B}"/>
          </ac:picMkLst>
        </pc:picChg>
      </pc:sldChg>
      <pc:sldChg chg="addSp delSp modSp add mod">
        <pc:chgData name="Seungtae Moon" userId="0b947a847ea89db1" providerId="LiveId" clId="{81A0825F-61DE-4F1B-BF4A-1CC1CC7F2867}" dt="2026-06-06T14:24:57.798" v="26011" actId="14100"/>
        <pc:sldMkLst>
          <pc:docMk/>
          <pc:sldMk cId="1155262760" sldId="290"/>
        </pc:sldMkLst>
        <pc:spChg chg="add mod">
          <ac:chgData name="Seungtae Moon" userId="0b947a847ea89db1" providerId="LiveId" clId="{81A0825F-61DE-4F1B-BF4A-1CC1CC7F2867}" dt="2026-06-06T12:12:40.082" v="25994"/>
          <ac:spMkLst>
            <pc:docMk/>
            <pc:sldMk cId="1155262760" sldId="290"/>
            <ac:spMk id="3" creationId="{04A74B57-634F-A07A-6D65-9E2D5CFB8F1D}"/>
          </ac:spMkLst>
        </pc:spChg>
        <pc:spChg chg="mod">
          <ac:chgData name="Seungtae Moon" userId="0b947a847ea89db1" providerId="LiveId" clId="{81A0825F-61DE-4F1B-BF4A-1CC1CC7F2867}" dt="2026-06-06T10:14:48.321" v="25906" actId="20577"/>
          <ac:spMkLst>
            <pc:docMk/>
            <pc:sldMk cId="1155262760" sldId="290"/>
            <ac:spMk id="6" creationId="{23CFB6AE-3D24-F8D3-3AE5-45066BB7BAC6}"/>
          </ac:spMkLst>
        </pc:spChg>
        <pc:picChg chg="add mod">
          <ac:chgData name="Seungtae Moon" userId="0b947a847ea89db1" providerId="LiveId" clId="{81A0825F-61DE-4F1B-BF4A-1CC1CC7F2867}" dt="2026-06-06T14:24:57.798" v="26011" actId="14100"/>
          <ac:picMkLst>
            <pc:docMk/>
            <pc:sldMk cId="1155262760" sldId="290"/>
            <ac:picMk id="4" creationId="{56434F5D-9EA1-096B-9AC8-97D77DF8D559}"/>
          </ac:picMkLst>
        </pc:picChg>
      </pc:sldChg>
      <pc:sldChg chg="delSp modSp add mod">
        <pc:chgData name="Seungtae Moon" userId="0b947a847ea89db1" providerId="LiveId" clId="{81A0825F-61DE-4F1B-BF4A-1CC1CC7F2867}" dt="2026-06-06T14:24:20.265" v="26001" actId="1076"/>
        <pc:sldMkLst>
          <pc:docMk/>
          <pc:sldMk cId="1336529012" sldId="291"/>
        </pc:sldMkLst>
        <pc:picChg chg="mod">
          <ac:chgData name="Seungtae Moon" userId="0b947a847ea89db1" providerId="LiveId" clId="{81A0825F-61DE-4F1B-BF4A-1CC1CC7F2867}" dt="2026-06-06T14:24:20.265" v="26001" actId="1076"/>
          <ac:picMkLst>
            <pc:docMk/>
            <pc:sldMk cId="1336529012" sldId="291"/>
            <ac:picMk id="6" creationId="{88ADE4EB-4298-29C5-90CF-A46384ED71AB}"/>
          </ac:picMkLst>
        </pc:picChg>
      </pc:sldChg>
      <pc:sldChg chg="addSp delSp modSp add mod">
        <pc:chgData name="Seungtae Moon" userId="0b947a847ea89db1" providerId="LiveId" clId="{81A0825F-61DE-4F1B-BF4A-1CC1CC7F2867}" dt="2026-06-13T16:08:07.510" v="29406" actId="21"/>
        <pc:sldMkLst>
          <pc:docMk/>
          <pc:sldMk cId="1296682090" sldId="292"/>
        </pc:sldMkLst>
        <pc:spChg chg="mod">
          <ac:chgData name="Seungtae Moon" userId="0b947a847ea89db1" providerId="LiveId" clId="{81A0825F-61DE-4F1B-BF4A-1CC1CC7F2867}" dt="2026-06-13T10:56:45.678" v="26047" actId="20577"/>
          <ac:spMkLst>
            <pc:docMk/>
            <pc:sldMk cId="1296682090" sldId="292"/>
            <ac:spMk id="6" creationId="{26D0FC35-7558-0370-2EDF-D381108846A7}"/>
          </ac:spMkLst>
        </pc:spChg>
        <pc:picChg chg="add del">
          <ac:chgData name="Seungtae Moon" userId="0b947a847ea89db1" providerId="LiveId" clId="{81A0825F-61DE-4F1B-BF4A-1CC1CC7F2867}" dt="2026-06-13T16:07:54.227" v="29402" actId="22"/>
          <ac:picMkLst>
            <pc:docMk/>
            <pc:sldMk cId="1296682090" sldId="292"/>
            <ac:picMk id="2" creationId="{145D03A7-D675-0DAE-2692-346CA8C5EC3C}"/>
          </ac:picMkLst>
        </pc:picChg>
        <pc:picChg chg="del">
          <ac:chgData name="Seungtae Moon" userId="0b947a847ea89db1" providerId="LiveId" clId="{81A0825F-61DE-4F1B-BF4A-1CC1CC7F2867}" dt="2026-06-13T10:56:55.812" v="26049" actId="478"/>
          <ac:picMkLst>
            <pc:docMk/>
            <pc:sldMk cId="1296682090" sldId="292"/>
            <ac:picMk id="4" creationId="{BDB1EB85-0EAD-E6FE-FD30-F5817D858CF3}"/>
          </ac:picMkLst>
        </pc:picChg>
        <pc:picChg chg="add del mod">
          <ac:chgData name="Seungtae Moon" userId="0b947a847ea89db1" providerId="LiveId" clId="{81A0825F-61DE-4F1B-BF4A-1CC1CC7F2867}" dt="2026-06-13T16:08:07.510" v="29406" actId="21"/>
          <ac:picMkLst>
            <pc:docMk/>
            <pc:sldMk cId="1296682090" sldId="292"/>
            <ac:picMk id="5" creationId="{CD325A25-0203-1488-6344-D22B4941DA1A}"/>
          </ac:picMkLst>
        </pc:picChg>
      </pc:sldChg>
      <pc:sldChg chg="addSp delSp modSp add mod">
        <pc:chgData name="Seungtae Moon" userId="0b947a847ea89db1" providerId="LiveId" clId="{81A0825F-61DE-4F1B-BF4A-1CC1CC7F2867}" dt="2026-06-13T16:08:13.471" v="29411" actId="20577"/>
        <pc:sldMkLst>
          <pc:docMk/>
          <pc:sldMk cId="3856255563" sldId="293"/>
        </pc:sldMkLst>
        <pc:spChg chg="mod">
          <ac:chgData name="Seungtae Moon" userId="0b947a847ea89db1" providerId="LiveId" clId="{81A0825F-61DE-4F1B-BF4A-1CC1CC7F2867}" dt="2026-06-13T16:08:13.471" v="29411" actId="20577"/>
          <ac:spMkLst>
            <pc:docMk/>
            <pc:sldMk cId="3856255563" sldId="293"/>
            <ac:spMk id="3" creationId="{092A96D0-BFA2-F381-87D0-895C2B121C3F}"/>
          </ac:spMkLst>
        </pc:spChg>
        <pc:spChg chg="mod">
          <ac:chgData name="Seungtae Moon" userId="0b947a847ea89db1" providerId="LiveId" clId="{81A0825F-61DE-4F1B-BF4A-1CC1CC7F2867}" dt="2026-06-13T10:57:09.934" v="26072" actId="20577"/>
          <ac:spMkLst>
            <pc:docMk/>
            <pc:sldMk cId="3856255563" sldId="293"/>
            <ac:spMk id="6" creationId="{604BD614-8596-E811-5BC4-BCDC1E43541C}"/>
          </ac:spMkLst>
        </pc:spChg>
        <pc:picChg chg="del">
          <ac:chgData name="Seungtae Moon" userId="0b947a847ea89db1" providerId="LiveId" clId="{81A0825F-61DE-4F1B-BF4A-1CC1CC7F2867}" dt="2026-06-13T10:56:56.704" v="26050" actId="478"/>
          <ac:picMkLst>
            <pc:docMk/>
            <pc:sldMk cId="3856255563" sldId="293"/>
            <ac:picMk id="4" creationId="{C7FFC1B5-D7A7-A808-A583-F195BA90F756}"/>
          </ac:picMkLst>
        </pc:picChg>
        <pc:picChg chg="add mod">
          <ac:chgData name="Seungtae Moon" userId="0b947a847ea89db1" providerId="LiveId" clId="{81A0825F-61DE-4F1B-BF4A-1CC1CC7F2867}" dt="2026-06-13T16:08:10.449" v="29409" actId="1076"/>
          <ac:picMkLst>
            <pc:docMk/>
            <pc:sldMk cId="3856255563" sldId="293"/>
            <ac:picMk id="5" creationId="{2BA8E9DF-F876-2C6B-B7C2-AAA0EF76AB6F}"/>
          </ac:picMkLst>
        </pc:picChg>
      </pc:sldChg>
      <pc:sldChg chg="addSp delSp modSp add del mod ord">
        <pc:chgData name="Seungtae Moon" userId="0b947a847ea89db1" providerId="LiveId" clId="{81A0825F-61DE-4F1B-BF4A-1CC1CC7F2867}" dt="2026-06-13T11:46:51.740" v="29399" actId="47"/>
        <pc:sldMkLst>
          <pc:docMk/>
          <pc:sldMk cId="3873716450" sldId="294"/>
        </pc:sldMkLst>
        <pc:spChg chg="mod">
          <ac:chgData name="Seungtae Moon" userId="0b947a847ea89db1" providerId="LiveId" clId="{81A0825F-61DE-4F1B-BF4A-1CC1CC7F2867}" dt="2026-06-13T11:00:40.915" v="26216" actId="20577"/>
          <ac:spMkLst>
            <pc:docMk/>
            <pc:sldMk cId="3873716450" sldId="294"/>
            <ac:spMk id="3" creationId="{1729CA21-975A-FC76-3D5D-663FEDB61E24}"/>
          </ac:spMkLst>
        </pc:spChg>
        <pc:spChg chg="add mod">
          <ac:chgData name="Seungtae Moon" userId="0b947a847ea89db1" providerId="LiveId" clId="{81A0825F-61DE-4F1B-BF4A-1CC1CC7F2867}" dt="2026-06-13T11:13:46.242" v="27061" actId="1076"/>
          <ac:spMkLst>
            <pc:docMk/>
            <pc:sldMk cId="3873716450" sldId="294"/>
            <ac:spMk id="4" creationId="{2512E419-BED9-568D-50A8-030C5112AE14}"/>
          </ac:spMkLst>
        </pc:spChg>
        <pc:spChg chg="mod">
          <ac:chgData name="Seungtae Moon" userId="0b947a847ea89db1" providerId="LiveId" clId="{81A0825F-61DE-4F1B-BF4A-1CC1CC7F2867}" dt="2026-06-13T11:13:38.791" v="27058" actId="20577"/>
          <ac:spMkLst>
            <pc:docMk/>
            <pc:sldMk cId="3873716450" sldId="294"/>
            <ac:spMk id="6" creationId="{FA4EFF8D-5D5C-BABE-5A1B-F6782FE01BA9}"/>
          </ac:spMkLst>
        </pc:spChg>
        <pc:spChg chg="add del">
          <ac:chgData name="Seungtae Moon" userId="0b947a847ea89db1" providerId="LiveId" clId="{81A0825F-61DE-4F1B-BF4A-1CC1CC7F2867}" dt="2026-06-13T11:13:43.791" v="27060" actId="22"/>
          <ac:spMkLst>
            <pc:docMk/>
            <pc:sldMk cId="3873716450" sldId="294"/>
            <ac:spMk id="9" creationId="{D20A6253-6CA9-766B-B365-E5C28B25AE3A}"/>
          </ac:spMkLst>
        </pc:spChg>
        <pc:spChg chg="add mod">
          <ac:chgData name="Seungtae Moon" userId="0b947a847ea89db1" providerId="LiveId" clId="{81A0825F-61DE-4F1B-BF4A-1CC1CC7F2867}" dt="2026-06-13T11:14:00.510" v="27104" actId="20577"/>
          <ac:spMkLst>
            <pc:docMk/>
            <pc:sldMk cId="3873716450" sldId="294"/>
            <ac:spMk id="11" creationId="{D84B42F4-02CA-4D43-40AE-12943368E520}"/>
          </ac:spMkLst>
        </pc:spChg>
        <pc:graphicFrameChg chg="add mod modGraphic">
          <ac:chgData name="Seungtae Moon" userId="0b947a847ea89db1" providerId="LiveId" clId="{81A0825F-61DE-4F1B-BF4A-1CC1CC7F2867}" dt="2026-06-13T11:19:18.787" v="27131" actId="242"/>
          <ac:graphicFrameMkLst>
            <pc:docMk/>
            <pc:sldMk cId="3873716450" sldId="294"/>
            <ac:graphicFrameMk id="2" creationId="{616778E6-3471-8D82-A8D1-C7B1E21551D3}"/>
          </ac:graphicFrameMkLst>
        </pc:graphicFrameChg>
        <pc:graphicFrameChg chg="add del">
          <ac:chgData name="Seungtae Moon" userId="0b947a847ea89db1" providerId="LiveId" clId="{81A0825F-61DE-4F1B-BF4A-1CC1CC7F2867}" dt="2026-06-13T11:13:43.791" v="27060" actId="22"/>
          <ac:graphicFrameMkLst>
            <pc:docMk/>
            <pc:sldMk cId="3873716450" sldId="294"/>
            <ac:graphicFrameMk id="7" creationId="{6330219D-CB9C-D599-47C7-8D9E69B58545}"/>
          </ac:graphicFrameMkLst>
        </pc:graphicFrameChg>
        <pc:graphicFrameChg chg="add mod modGraphic">
          <ac:chgData name="Seungtae Moon" userId="0b947a847ea89db1" providerId="LiveId" clId="{81A0825F-61DE-4F1B-BF4A-1CC1CC7F2867}" dt="2026-06-13T11:14:15.919" v="27128" actId="6549"/>
          <ac:graphicFrameMkLst>
            <pc:docMk/>
            <pc:sldMk cId="3873716450" sldId="294"/>
            <ac:graphicFrameMk id="10" creationId="{7E906FDE-FDB5-992D-AD99-054BCA8BB591}"/>
          </ac:graphicFrameMkLst>
        </pc:graphicFrameChg>
      </pc:sldChg>
      <pc:sldChg chg="addSp delSp modSp add mod">
        <pc:chgData name="Seungtae Moon" userId="0b947a847ea89db1" providerId="LiveId" clId="{81A0825F-61DE-4F1B-BF4A-1CC1CC7F2867}" dt="2026-06-14T01:41:46.377" v="29421" actId="14100"/>
        <pc:sldMkLst>
          <pc:docMk/>
          <pc:sldMk cId="731542329" sldId="295"/>
        </pc:sldMkLst>
        <pc:spChg chg="mod">
          <ac:chgData name="Seungtae Moon" userId="0b947a847ea89db1" providerId="LiveId" clId="{81A0825F-61DE-4F1B-BF4A-1CC1CC7F2867}" dt="2026-06-14T01:41:46.377" v="29421" actId="14100"/>
          <ac:spMkLst>
            <pc:docMk/>
            <pc:sldMk cId="731542329" sldId="295"/>
            <ac:spMk id="4" creationId="{E57E6A7D-8C52-FF5B-52AB-E861C6D831D7}"/>
          </ac:spMkLst>
        </pc:spChg>
        <pc:spChg chg="add mod">
          <ac:chgData name="Seungtae Moon" userId="0b947a847ea89db1" providerId="LiveId" clId="{81A0825F-61DE-4F1B-BF4A-1CC1CC7F2867}" dt="2026-06-13T11:32:52.235" v="28424" actId="5793"/>
          <ac:spMkLst>
            <pc:docMk/>
            <pc:sldMk cId="731542329" sldId="295"/>
            <ac:spMk id="7" creationId="{DC937F7F-EE09-01F5-BD8C-4CE3D9131601}"/>
          </ac:spMkLst>
        </pc:spChg>
        <pc:spChg chg="del">
          <ac:chgData name="Seungtae Moon" userId="0b947a847ea89db1" providerId="LiveId" clId="{81A0825F-61DE-4F1B-BF4A-1CC1CC7F2867}" dt="2026-06-13T11:19:39.632" v="27133" actId="478"/>
          <ac:spMkLst>
            <pc:docMk/>
            <pc:sldMk cId="731542329" sldId="295"/>
            <ac:spMk id="11" creationId="{85459BC7-CBD6-A13A-8E66-C472E277729C}"/>
          </ac:spMkLst>
        </pc:spChg>
        <pc:graphicFrameChg chg="mod modGraphic">
          <ac:chgData name="Seungtae Moon" userId="0b947a847ea89db1" providerId="LiveId" clId="{81A0825F-61DE-4F1B-BF4A-1CC1CC7F2867}" dt="2026-06-14T01:32:33.189" v="29413" actId="14734"/>
          <ac:graphicFrameMkLst>
            <pc:docMk/>
            <pc:sldMk cId="731542329" sldId="295"/>
            <ac:graphicFrameMk id="2" creationId="{CF866B62-0F8A-CFF6-9135-7B789400F3B5}"/>
          </ac:graphicFrameMkLst>
        </pc:graphicFrameChg>
        <pc:graphicFrameChg chg="del">
          <ac:chgData name="Seungtae Moon" userId="0b947a847ea89db1" providerId="LiveId" clId="{81A0825F-61DE-4F1B-BF4A-1CC1CC7F2867}" dt="2026-06-13T11:19:39.632" v="27133" actId="478"/>
          <ac:graphicFrameMkLst>
            <pc:docMk/>
            <pc:sldMk cId="731542329" sldId="295"/>
            <ac:graphicFrameMk id="10" creationId="{EA948859-923D-1FDD-80AE-0794BFC9DE4A}"/>
          </ac:graphicFrameMkLst>
        </pc:graphicFrameChg>
        <pc:picChg chg="add mod">
          <ac:chgData name="Seungtae Moon" userId="0b947a847ea89db1" providerId="LiveId" clId="{81A0825F-61DE-4F1B-BF4A-1CC1CC7F2867}" dt="2026-06-13T11:30:16.485" v="28214" actId="1076"/>
          <ac:picMkLst>
            <pc:docMk/>
            <pc:sldMk cId="731542329" sldId="295"/>
            <ac:picMk id="5" creationId="{290487AF-B24F-984C-7136-00BFAFD6FB3D}"/>
          </ac:picMkLst>
        </pc:picChg>
        <pc:picChg chg="add del">
          <ac:chgData name="Seungtae Moon" userId="0b947a847ea89db1" providerId="LiveId" clId="{81A0825F-61DE-4F1B-BF4A-1CC1CC7F2867}" dt="2026-06-13T11:32:57.037" v="28427" actId="22"/>
          <ac:picMkLst>
            <pc:docMk/>
            <pc:sldMk cId="731542329" sldId="295"/>
            <ac:picMk id="8" creationId="{FFEDF03D-08DC-3D28-2BF4-1CE325F2D17D}"/>
          </ac:picMkLst>
        </pc:picChg>
      </pc:sldChg>
      <pc:sldChg chg="addSp delSp modSp add mod">
        <pc:chgData name="Seungtae Moon" userId="0b947a847ea89db1" providerId="LiveId" clId="{81A0825F-61DE-4F1B-BF4A-1CC1CC7F2867}" dt="2026-06-14T01:35:56.910" v="29418" actId="14734"/>
        <pc:sldMkLst>
          <pc:docMk/>
          <pc:sldMk cId="2441500044" sldId="296"/>
        </pc:sldMkLst>
        <pc:spChg chg="mod">
          <ac:chgData name="Seungtae Moon" userId="0b947a847ea89db1" providerId="LiveId" clId="{81A0825F-61DE-4F1B-BF4A-1CC1CC7F2867}" dt="2026-06-13T11:34:01.647" v="28454" actId="20577"/>
          <ac:spMkLst>
            <pc:docMk/>
            <pc:sldMk cId="2441500044" sldId="296"/>
            <ac:spMk id="4" creationId="{C14D2BD1-B184-09AB-092A-09ACD092F29E}"/>
          </ac:spMkLst>
        </pc:spChg>
        <pc:spChg chg="mod">
          <ac:chgData name="Seungtae Moon" userId="0b947a847ea89db1" providerId="LiveId" clId="{81A0825F-61DE-4F1B-BF4A-1CC1CC7F2867}" dt="2026-06-13T11:46:44.637" v="29398" actId="1076"/>
          <ac:spMkLst>
            <pc:docMk/>
            <pc:sldMk cId="2441500044" sldId="296"/>
            <ac:spMk id="7" creationId="{7F57D780-8D6B-71C9-7B10-34531935A446}"/>
          </ac:spMkLst>
        </pc:spChg>
        <pc:spChg chg="add del">
          <ac:chgData name="Seungtae Moon" userId="0b947a847ea89db1" providerId="LiveId" clId="{81A0825F-61DE-4F1B-BF4A-1CC1CC7F2867}" dt="2026-06-13T11:46:43.745" v="29397" actId="22"/>
          <ac:spMkLst>
            <pc:docMk/>
            <pc:sldMk cId="2441500044" sldId="296"/>
            <ac:spMk id="10" creationId="{0C7DF835-CB29-2E84-F912-9D6735B2C50E}"/>
          </ac:spMkLst>
        </pc:spChg>
        <pc:graphicFrameChg chg="mod modGraphic">
          <ac:chgData name="Seungtae Moon" userId="0b947a847ea89db1" providerId="LiveId" clId="{81A0825F-61DE-4F1B-BF4A-1CC1CC7F2867}" dt="2026-06-14T01:35:56.910" v="29418" actId="14734"/>
          <ac:graphicFrameMkLst>
            <pc:docMk/>
            <pc:sldMk cId="2441500044" sldId="296"/>
            <ac:graphicFrameMk id="2" creationId="{CD975B2B-57F9-5039-59E6-1068A2A19E4D}"/>
          </ac:graphicFrameMkLst>
        </pc:graphicFrameChg>
        <pc:picChg chg="del">
          <ac:chgData name="Seungtae Moon" userId="0b947a847ea89db1" providerId="LiveId" clId="{81A0825F-61DE-4F1B-BF4A-1CC1CC7F2867}" dt="2026-06-13T11:42:51.923" v="29015" actId="478"/>
          <ac:picMkLst>
            <pc:docMk/>
            <pc:sldMk cId="2441500044" sldId="296"/>
            <ac:picMk id="5" creationId="{B7EB5454-B7A9-86FB-6086-37809D82C667}"/>
          </ac:picMkLst>
        </pc:picChg>
        <pc:picChg chg="add mod">
          <ac:chgData name="Seungtae Moon" userId="0b947a847ea89db1" providerId="LiveId" clId="{81A0825F-61DE-4F1B-BF4A-1CC1CC7F2867}" dt="2026-06-14T01:35:44.465" v="29416" actId="14100"/>
          <ac:picMkLst>
            <pc:docMk/>
            <pc:sldMk cId="2441500044" sldId="296"/>
            <ac:picMk id="8" creationId="{9C8D78CA-744D-6947-0576-F31C4CC635E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1CE70-E0B0-4049-A395-3A3701D9D047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9B923-ED32-463B-ACC3-4883506A3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9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9B923-ED32-463B-ACC3-4883506A3F2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59258-2F45-CBBE-E509-2772FE16A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411A0-5B81-1A59-7F52-5956DA6BA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19FBD-A343-0261-2FA6-E07F6C64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BFFD0-D4B8-E4C8-0710-88DC1DFA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894EE9-D7EA-F7A8-41D7-A2792EF2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19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B0BA-1271-455C-A083-E5B88B0A484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ECA6-5964-4771-8AA5-168F670088C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227162" y="741873"/>
            <a:ext cx="11737676" cy="5435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72000" indent="-252000">
              <a:spcBef>
                <a:spcPts val="600"/>
              </a:spcBef>
              <a:buFont typeface="Wingdings" panose="05000000000000000000" pitchFamily="2" charset="2"/>
              <a:buChar char="§"/>
              <a:defRPr sz="1600"/>
            </a:lvl1pPr>
            <a:lvl2pPr indent="-252000">
              <a:buFont typeface="Aptos" panose="020B0004020202020204" pitchFamily="34" charset="0"/>
              <a:buChar char="-"/>
              <a:defRPr sz="16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마스터 텍스트 스타일을 편집하려면 클릭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5BC1012-CF3C-9F71-D684-83CA00D55877}"/>
              </a:ext>
            </a:extLst>
          </p:cNvPr>
          <p:cNvCxnSpPr>
            <a:cxnSpLocks/>
          </p:cNvCxnSpPr>
          <p:nvPr userDrawn="1"/>
        </p:nvCxnSpPr>
        <p:spPr>
          <a:xfrm>
            <a:off x="227162" y="629727"/>
            <a:ext cx="11737676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13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7FB0D-B85C-B344-CD79-683E0F71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C380E-F134-1539-3831-7C59F983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9DE14-3883-B142-67CE-411A8D6B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705FF5-92E8-8E6F-066C-EEE756B7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57282-8FC5-ECF6-EF93-162DFAF3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45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39BB4-A0D0-7CCA-1438-032EC0CF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3EC26-9005-138F-AE1A-B3F75CF6C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FE257-63EB-B5DA-7FC3-A14E285F0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C35003-480A-9B16-CDF4-0D3DFFC2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77F2C1-4707-ADFA-6784-FB9F9180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320EF-324E-08B4-C50C-9AD3A0EE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5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BD4AD-5708-692B-29AD-2FD1E0ED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2DF60B-AF13-A909-4E16-BB042EBC8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4E28C2-A28C-03CE-25AC-58F175099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F308E6-5645-FB6C-7B21-4D2A0DBAA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769D15-296A-60C5-A1FF-CA403B3C7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3A17B6-2BBB-07D2-91CE-5D1B9B91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80A1B3-ED12-69A5-ED6F-726AD215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C0DA8D-EA76-2ADD-0A57-69A8A892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90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2FCDE-0295-85B9-695E-A3A03886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26F7FF-D436-E7D4-6C36-7A880E9B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C64B79-121C-AE2C-6AAA-D5B65746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0DB82F-A224-31A5-EB85-32706BCC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7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0092BF-DF0D-BB62-B4F6-B8BAD0D7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7BC43-AE75-FD91-A170-FD9B9805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6C367-3342-1D0C-84C0-10814C9E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08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511DE-81F8-6232-CD9C-228FFE4C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002B-A58D-ABDF-434B-5E925F50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59A4E7-EF2D-6E21-C677-4248984D2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1A7BFF-768F-1521-F904-C603C24A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2B5BDB-9B4D-3436-EB3A-8817C78A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0F1180-A0CF-359F-A3CE-299753E4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99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9B2BE-4D62-1CE0-8D27-D2B7CBEA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90CDD0-218C-93C4-1DDA-8C40ADA5C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43B94B-1285-EF93-F959-C361EC5F8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2447E-A1D2-8B12-B019-F0BB377E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372ED-A0E1-27A8-A9F8-521CE957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D6A19-DA8A-1F9B-1763-0BF41D0D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91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1D292-E81C-48C0-AC82-553D4DED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5209EE-1068-117D-09F7-0FF8BFE26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F920F-EBCB-7BBF-E3F0-44225B34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A725D-0C9A-B27F-93F6-16716336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F66C6-A574-E538-4930-A3232EFB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0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96F9E0-5C37-94B1-5770-C197E55D4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4576D8-8EEF-EE64-0971-34FC63649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47459-1D5C-380F-95E4-39742F53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8AA29E-17E1-04D5-A5C2-D3281FAC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92E38E-02D3-5E30-494A-F0E6F94A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B3BEB-A108-BE7E-1B79-E404C33A21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7F2F4-709A-4932-A202-5F65ABB1819B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6C567-E8C5-4E00-2E53-7310F0A4A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7E741-1E2E-DDC2-6288-C74A2EF7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C9DBE-502C-41F7-814A-F056C1FDA3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29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0GvaGL9IDp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1DFC9-0D73-6402-1FB0-E22B3B322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Edge-Cloud </a:t>
            </a:r>
            <a:r>
              <a:rPr lang="ko-KR" altLang="en-US" dirty="0"/>
              <a:t>아키텍처 디자인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45851-165B-83DD-3762-40703DAD9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Logical</a:t>
            </a:r>
            <a:r>
              <a:rPr lang="ko-KR" altLang="en-US" dirty="0"/>
              <a:t> </a:t>
            </a:r>
            <a:r>
              <a:rPr lang="en-US" altLang="ko-KR" dirty="0"/>
              <a:t>Architecture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615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79465-2308-941D-7639-C5086AA4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012DA-30E9-2B0C-BA94-81DBB1ED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비즈니스</a:t>
            </a:r>
            <a:r>
              <a:rPr lang="en-US" altLang="ko-KR" dirty="0"/>
              <a:t>/</a:t>
            </a:r>
            <a:r>
              <a:rPr lang="ko-KR" altLang="en-US" dirty="0"/>
              <a:t>도메인 선정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9E6AE-ABBC-E26A-8138-535DD7132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62" y="1215973"/>
            <a:ext cx="11737676" cy="4960990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ko-KR" altLang="en-US" b="1" dirty="0"/>
              <a:t>대화형 </a:t>
            </a:r>
            <a:r>
              <a:rPr lang="en-US" altLang="ko-KR" b="1" dirty="0"/>
              <a:t>AI Assistance</a:t>
            </a:r>
          </a:p>
          <a:p>
            <a:pPr lvl="1"/>
            <a:r>
              <a:rPr lang="ko-KR" altLang="en-US" dirty="0"/>
              <a:t>스마트폰 </a:t>
            </a:r>
            <a:r>
              <a:rPr lang="ko-KR" altLang="en-US" dirty="0" err="1"/>
              <a:t>챗봇</a:t>
            </a:r>
            <a:r>
              <a:rPr lang="en-US" altLang="ko-KR" dirty="0"/>
              <a:t>, </a:t>
            </a:r>
            <a:r>
              <a:rPr lang="ko-KR" altLang="en-US" dirty="0"/>
              <a:t>매장 키오스크 등 사용자와 </a:t>
            </a:r>
            <a:r>
              <a:rPr lang="en-US" altLang="ko-KR" dirty="0"/>
              <a:t>Interaction</a:t>
            </a:r>
            <a:r>
              <a:rPr lang="ko-KR" altLang="en-US" dirty="0"/>
              <a:t>이 있는 모든 곳</a:t>
            </a:r>
            <a:endParaRPr lang="en-US" altLang="ko-KR" dirty="0"/>
          </a:p>
          <a:p>
            <a:pPr lvl="1"/>
            <a:endParaRPr lang="en-US" altLang="ko-KR" b="1" dirty="0"/>
          </a:p>
          <a:p>
            <a:pPr>
              <a:spcAft>
                <a:spcPts val="200"/>
              </a:spcAft>
            </a:pPr>
            <a:r>
              <a:rPr lang="ko-KR" altLang="en-US" b="1" dirty="0"/>
              <a:t>선정 기준</a:t>
            </a:r>
            <a:endParaRPr lang="en-US" altLang="ko-KR" b="1" dirty="0"/>
          </a:p>
          <a:p>
            <a:pPr lvl="1"/>
            <a:r>
              <a:rPr lang="en-US" altLang="ko-KR" dirty="0"/>
              <a:t>Task </a:t>
            </a:r>
            <a:r>
              <a:rPr lang="ko-KR" altLang="en-US" dirty="0"/>
              <a:t>내 단순 응답부터 복합 분석 요청까지 존재</a:t>
            </a:r>
            <a:endParaRPr lang="en-US" altLang="ko-KR" dirty="0"/>
          </a:p>
          <a:p>
            <a:pPr lvl="1"/>
            <a:r>
              <a:rPr lang="ko-KR" altLang="en-US" dirty="0"/>
              <a:t>다양한 </a:t>
            </a:r>
            <a:r>
              <a:rPr lang="en-US" altLang="ko-KR" dirty="0"/>
              <a:t>Tool </a:t>
            </a:r>
            <a:r>
              <a:rPr lang="ko-KR" altLang="en-US" dirty="0"/>
              <a:t>호출 시나리오</a:t>
            </a:r>
            <a:endParaRPr lang="en-US" altLang="ko-KR" dirty="0"/>
          </a:p>
          <a:p>
            <a:pPr lvl="1"/>
            <a:r>
              <a:rPr lang="ko-KR" altLang="en-US" dirty="0"/>
              <a:t>보안 민감 데이터 포함</a:t>
            </a:r>
            <a:endParaRPr lang="en-US" altLang="ko-KR" dirty="0"/>
          </a:p>
          <a:p>
            <a:pPr lvl="1"/>
            <a:r>
              <a:rPr lang="en-US" altLang="ko-KR" dirty="0"/>
              <a:t>N/W </a:t>
            </a:r>
            <a:r>
              <a:rPr lang="ko-KR" altLang="en-US" dirty="0"/>
              <a:t>불안정 시나리오 존재</a:t>
            </a:r>
            <a:endParaRPr lang="en-US" altLang="ko-KR" dirty="0"/>
          </a:p>
          <a:p>
            <a:pPr lvl="1"/>
            <a:r>
              <a:rPr lang="en-US" altLang="ko-KR" dirty="0"/>
              <a:t>CX </a:t>
            </a:r>
            <a:r>
              <a:rPr lang="ko-KR" altLang="en-US" dirty="0"/>
              <a:t>관점 </a:t>
            </a:r>
            <a:r>
              <a:rPr lang="en-US" altLang="ko-KR" dirty="0"/>
              <a:t>Latency </a:t>
            </a:r>
            <a:r>
              <a:rPr lang="ko-KR" altLang="en-US" dirty="0"/>
              <a:t>고려 필요</a:t>
            </a:r>
            <a:r>
              <a:rPr lang="en-US" altLang="ko-KR" dirty="0"/>
              <a:t> (Voice AI: &lt;150ms, Interactive Chat: &lt;500ms)</a:t>
            </a:r>
          </a:p>
          <a:p>
            <a:pPr lvl="1"/>
            <a:endParaRPr lang="en-US" altLang="ko-KR" dirty="0"/>
          </a:p>
          <a:p>
            <a:pPr>
              <a:spcAft>
                <a:spcPts val="200"/>
              </a:spcAft>
            </a:pPr>
            <a:r>
              <a:rPr lang="ko-KR" altLang="en-US" b="1" dirty="0"/>
              <a:t>대표 레퍼런스</a:t>
            </a:r>
            <a:endParaRPr lang="en-US" altLang="ko-KR" b="1" dirty="0"/>
          </a:p>
          <a:p>
            <a:pPr lvl="1"/>
            <a:r>
              <a:rPr lang="ko-KR" altLang="en-US" dirty="0"/>
              <a:t>연구</a:t>
            </a:r>
            <a:r>
              <a:rPr lang="en-US" altLang="ko-KR" dirty="0"/>
              <a:t>: CE-</a:t>
            </a:r>
            <a:r>
              <a:rPr lang="en-US" altLang="ko-KR" dirty="0" err="1"/>
              <a:t>CoLLM</a:t>
            </a:r>
            <a:r>
              <a:rPr lang="en-US" altLang="ko-KR" dirty="0"/>
              <a:t>, </a:t>
            </a:r>
            <a:r>
              <a:rPr lang="en-US" altLang="ko-KR" dirty="0" err="1"/>
              <a:t>PicoSpec</a:t>
            </a:r>
            <a:r>
              <a:rPr lang="en-US" altLang="ko-KR" dirty="0"/>
              <a:t>, </a:t>
            </a:r>
            <a:r>
              <a:rPr lang="en-US" altLang="ko-KR" dirty="0" err="1"/>
              <a:t>TinyAgent</a:t>
            </a:r>
            <a:r>
              <a:rPr lang="en-US" altLang="ko-KR" dirty="0"/>
              <a:t>, </a:t>
            </a:r>
            <a:r>
              <a:rPr lang="en-US" altLang="ko-KR" dirty="0" err="1"/>
              <a:t>NetGPT</a:t>
            </a:r>
            <a:endParaRPr lang="en-US" altLang="ko-KR" dirty="0"/>
          </a:p>
          <a:p>
            <a:pPr lvl="1"/>
            <a:r>
              <a:rPr lang="ko-KR" altLang="en-US" dirty="0"/>
              <a:t>산업</a:t>
            </a:r>
            <a:r>
              <a:rPr lang="en-US" altLang="ko-KR" dirty="0"/>
              <a:t>: </a:t>
            </a:r>
            <a:r>
              <a:rPr lang="ko-KR" altLang="en-US" dirty="0" err="1"/>
              <a:t>알리바바</a:t>
            </a:r>
            <a:r>
              <a:rPr lang="ko-KR" altLang="en-US" dirty="0"/>
              <a:t> </a:t>
            </a:r>
            <a:r>
              <a:rPr lang="en-US" altLang="ko-KR" dirty="0"/>
              <a:t>Walle, Google AI 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9FD00-670A-E050-49B0-752269A4A1D4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모바일 디바이스에서 동작하는 대화형 </a:t>
            </a:r>
            <a:r>
              <a:rPr lang="en-US" altLang="ko-KR" sz="1600" dirty="0"/>
              <a:t>AI Assistance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8B8C4F-918B-D6A8-7611-CDD165F49905}"/>
              </a:ext>
            </a:extLst>
          </p:cNvPr>
          <p:cNvSpPr txBox="1"/>
          <p:nvPr/>
        </p:nvSpPr>
        <p:spPr>
          <a:xfrm>
            <a:off x="5726150" y="620516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85000"/>
                  </a:schemeClr>
                </a:solidFill>
              </a:rPr>
              <a:t>https://www.researchgate.net/publication/345323057/figure/fig1/AS:963425282830350@1606709895844/The-proposed-MEC-architecture-This-is-the-proposed-multi-access-edge-computing-MEC.png</a:t>
            </a:r>
            <a:endParaRPr lang="ko-KR" altLang="en-US" sz="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339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9290E-744F-E39C-68A8-717B6F8F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BC2DE-1340-402F-5D90-F3AC0D16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레퍼런스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A5441-11D7-260A-149E-00B32DB20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62" y="1215973"/>
            <a:ext cx="11737676" cy="4960990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altLang="ko-KR" b="1" dirty="0"/>
              <a:t>CE-</a:t>
            </a:r>
            <a:r>
              <a:rPr lang="en-US" altLang="ko-KR" b="1" dirty="0" err="1"/>
              <a:t>CoLLM</a:t>
            </a:r>
            <a:endParaRPr lang="en-US" altLang="ko-KR" b="1" dirty="0"/>
          </a:p>
          <a:p>
            <a:pPr lvl="1"/>
            <a:r>
              <a:rPr lang="en-US" altLang="ko-KR" dirty="0"/>
              <a:t>Edge Standalone</a:t>
            </a:r>
            <a:r>
              <a:rPr lang="ko-KR" altLang="en-US" dirty="0"/>
              <a:t>과 </a:t>
            </a:r>
            <a:r>
              <a:rPr lang="en-US" altLang="ko-KR" dirty="0"/>
              <a:t>Cloud-Edge Collaborative </a:t>
            </a:r>
            <a:r>
              <a:rPr lang="ko-KR" altLang="en-US" dirty="0"/>
              <a:t>런타임 동적 전환 </a:t>
            </a:r>
            <a:endParaRPr lang="en-US" altLang="ko-KR" dirty="0"/>
          </a:p>
          <a:p>
            <a:pPr lvl="1"/>
            <a:r>
              <a:rPr lang="en-US" altLang="ko-KR" dirty="0"/>
              <a:t>Task-level</a:t>
            </a:r>
            <a:r>
              <a:rPr lang="ko-KR" altLang="en-US" dirty="0"/>
              <a:t>과 </a:t>
            </a:r>
            <a:r>
              <a:rPr lang="en-US" altLang="ko-KR" dirty="0"/>
              <a:t>Token-level </a:t>
            </a:r>
            <a:r>
              <a:rPr lang="ko-KR" altLang="en-US" dirty="0"/>
              <a:t>협업</a:t>
            </a:r>
            <a:endParaRPr lang="en-US" altLang="ko-KR" dirty="0"/>
          </a:p>
          <a:p>
            <a:pPr lvl="1"/>
            <a:r>
              <a:rPr lang="en-US" altLang="ko-KR" dirty="0"/>
              <a:t>Edge: Early Exit Classifier, Edge LLM </a:t>
            </a:r>
          </a:p>
          <a:p>
            <a:pPr lvl="1"/>
            <a:r>
              <a:rPr lang="en-US" altLang="ko-KR" dirty="0"/>
              <a:t>Cloud: Full LLM, Cloud Context Manager</a:t>
            </a:r>
          </a:p>
          <a:p>
            <a:pPr lvl="1"/>
            <a:endParaRPr lang="en-US" altLang="ko-KR" b="1" dirty="0"/>
          </a:p>
          <a:p>
            <a:pPr>
              <a:spcAft>
                <a:spcPts val="200"/>
              </a:spcAft>
            </a:pPr>
            <a:r>
              <a:rPr lang="en-US" altLang="ko-KR" b="1" dirty="0" err="1"/>
              <a:t>PicoSpec</a:t>
            </a:r>
            <a:endParaRPr lang="en-US" altLang="ko-KR" b="1" dirty="0"/>
          </a:p>
          <a:p>
            <a:pPr lvl="1"/>
            <a:r>
              <a:rPr lang="en-US" altLang="ko-KR" dirty="0"/>
              <a:t>Token-level Speculative Decoding</a:t>
            </a:r>
          </a:p>
          <a:p>
            <a:pPr lvl="1"/>
            <a:r>
              <a:rPr lang="en-US" altLang="ko-KR" dirty="0"/>
              <a:t>Edge: Draft Model(</a:t>
            </a:r>
            <a:r>
              <a:rPr lang="en-US" altLang="ko-KR" dirty="0" err="1"/>
              <a:t>SLM</a:t>
            </a:r>
            <a:r>
              <a:rPr lang="en-US" altLang="ko-KR" dirty="0"/>
              <a:t>), Pre-Draft </a:t>
            </a:r>
            <a:r>
              <a:rPr lang="ko-KR" altLang="en-US" dirty="0"/>
              <a:t>모듈</a:t>
            </a:r>
            <a:endParaRPr lang="en-US" altLang="ko-KR" dirty="0"/>
          </a:p>
          <a:p>
            <a:pPr lvl="1"/>
            <a:r>
              <a:rPr lang="en-US" altLang="ko-KR" dirty="0"/>
              <a:t>Cloud: Verifier(LLM), KV Cache Manager</a:t>
            </a:r>
          </a:p>
          <a:p>
            <a:pPr lvl="1"/>
            <a:endParaRPr lang="en-US" altLang="ko-KR" dirty="0"/>
          </a:p>
          <a:p>
            <a:pPr>
              <a:spcAft>
                <a:spcPts val="200"/>
              </a:spcAft>
            </a:pPr>
            <a:r>
              <a:rPr lang="en-US" altLang="ko-KR" b="1" dirty="0" err="1"/>
              <a:t>TinyAgent</a:t>
            </a:r>
            <a:endParaRPr lang="en-US" altLang="ko-KR" b="1" dirty="0"/>
          </a:p>
          <a:p>
            <a:pPr lvl="1"/>
            <a:r>
              <a:rPr lang="en-US" altLang="ko-KR" dirty="0"/>
              <a:t>Edge Agent Tool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Edge: Fine-tuned </a:t>
            </a:r>
            <a:r>
              <a:rPr lang="en-US" altLang="ko-KR" dirty="0" err="1"/>
              <a:t>SLM</a:t>
            </a:r>
            <a:r>
              <a:rPr lang="en-US" altLang="ko-KR" dirty="0"/>
              <a:t>, Tool Retriever/Executor</a:t>
            </a:r>
          </a:p>
          <a:p>
            <a:pPr lvl="1"/>
            <a:r>
              <a:rPr lang="en-US" altLang="ko-KR" dirty="0" err="1">
                <a:hlinkClick r:id="rId2"/>
              </a:rPr>
              <a:t>Funcion</a:t>
            </a:r>
            <a:r>
              <a:rPr lang="en-US" altLang="ko-KR" dirty="0">
                <a:hlinkClick r:id="rId2"/>
              </a:rPr>
              <a:t> Calling at the Edge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5E5AD-22F5-9575-41F0-F96D974ECE63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 측에 레이어 </a:t>
            </a:r>
            <a:r>
              <a:rPr lang="ko-KR" altLang="en-US" sz="1600" dirty="0" err="1"/>
              <a:t>추론기</a:t>
            </a:r>
            <a:r>
              <a:rPr lang="en-US" altLang="ko-KR" sz="1600" dirty="0"/>
              <a:t>, Draft </a:t>
            </a:r>
            <a:r>
              <a:rPr lang="ko-KR" altLang="en-US" sz="1600" dirty="0" err="1"/>
              <a:t>생성기</a:t>
            </a:r>
            <a:r>
              <a:rPr lang="en-US" altLang="ko-KR" sz="1600" dirty="0"/>
              <a:t>, Function Call </a:t>
            </a:r>
            <a:r>
              <a:rPr lang="ko-KR" altLang="en-US" sz="1600" dirty="0" err="1"/>
              <a:t>수행기</a:t>
            </a:r>
            <a:r>
              <a:rPr lang="ko-KR" altLang="en-US" sz="1600" dirty="0"/>
              <a:t> 등 다양한 역할을 분할하여 연구가 진행 </a:t>
            </a: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D58697-4763-0E20-D5BA-B07775A63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618" y="1439538"/>
            <a:ext cx="4167691" cy="18081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36F369-2CC8-3A4F-6B73-988CE762A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618" y="3471207"/>
            <a:ext cx="3075709" cy="256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7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90FF-D25A-5163-7D7D-02E99FC35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6A0A927-047E-26F6-3EDC-D305A5CE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62" y="812799"/>
            <a:ext cx="11737676" cy="5874328"/>
          </a:xfrm>
        </p:spPr>
        <p:txBody>
          <a:bodyPr>
            <a:normAutofit lnSpcReduction="10000"/>
          </a:bodyPr>
          <a:lstStyle/>
          <a:p>
            <a:pPr>
              <a:spcAft>
                <a:spcPts val="200"/>
              </a:spcAft>
            </a:pPr>
            <a:r>
              <a:rPr lang="ko-KR" altLang="en-US" b="1" dirty="0"/>
              <a:t>단순 질의응답</a:t>
            </a:r>
            <a:r>
              <a:rPr lang="en-US" altLang="ko-KR" b="1" dirty="0"/>
              <a:t> (Simple QA)</a:t>
            </a:r>
          </a:p>
          <a:p>
            <a:pPr lvl="1"/>
            <a:r>
              <a:rPr lang="ko-KR" altLang="en-US" dirty="0"/>
              <a:t>짧은 컨텍스트</a:t>
            </a:r>
            <a:r>
              <a:rPr lang="en-US" altLang="ko-KR" dirty="0"/>
              <a:t>, </a:t>
            </a:r>
            <a:r>
              <a:rPr lang="ko-KR" altLang="en-US" dirty="0"/>
              <a:t>즉각적 반응 필요</a:t>
            </a:r>
            <a:endParaRPr lang="en-US" altLang="ko-KR" dirty="0"/>
          </a:p>
          <a:p>
            <a:pPr lvl="1"/>
            <a:r>
              <a:rPr lang="ko-KR" altLang="en-US" dirty="0"/>
              <a:t>기기제어</a:t>
            </a:r>
            <a:r>
              <a:rPr lang="en-US" altLang="ko-KR" dirty="0"/>
              <a:t>: “xx</a:t>
            </a:r>
            <a:r>
              <a:rPr lang="ko-KR" altLang="en-US" dirty="0"/>
              <a:t>에 알람 맞춰줘</a:t>
            </a:r>
            <a:r>
              <a:rPr lang="en-US" altLang="ko-KR" dirty="0"/>
              <a:t>”, “</a:t>
            </a:r>
            <a:r>
              <a:rPr lang="ko-KR" altLang="en-US" dirty="0"/>
              <a:t>캘린더에 일정 등록해줘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단순 정보</a:t>
            </a:r>
            <a:r>
              <a:rPr lang="en-US" altLang="ko-KR" dirty="0"/>
              <a:t>: “</a:t>
            </a:r>
            <a:r>
              <a:rPr lang="ko-KR" altLang="en-US" dirty="0"/>
              <a:t>오늘 서울 날씨</a:t>
            </a:r>
            <a:r>
              <a:rPr lang="en-US" altLang="ko-KR" dirty="0"/>
              <a:t>”, “</a:t>
            </a:r>
            <a:r>
              <a:rPr lang="ko-KR" altLang="en-US" dirty="0"/>
              <a:t>환율은 얼마야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개인정보 기반</a:t>
            </a:r>
            <a:r>
              <a:rPr lang="en-US" altLang="ko-KR" dirty="0"/>
              <a:t>: “</a:t>
            </a:r>
            <a:r>
              <a:rPr lang="ko-KR" altLang="en-US" dirty="0"/>
              <a:t>내일 일정 알려줘</a:t>
            </a:r>
            <a:r>
              <a:rPr lang="en-US" altLang="ko-KR" dirty="0"/>
              <a:t>”</a:t>
            </a:r>
          </a:p>
          <a:p>
            <a:pPr lvl="1"/>
            <a:endParaRPr lang="en-US" altLang="ko-KR" dirty="0"/>
          </a:p>
          <a:p>
            <a:pPr>
              <a:spcAft>
                <a:spcPts val="200"/>
              </a:spcAft>
            </a:pPr>
            <a:r>
              <a:rPr lang="ko-KR" altLang="en-US" b="1" dirty="0"/>
              <a:t>실시간 상호작용 </a:t>
            </a:r>
            <a:r>
              <a:rPr lang="en-US" altLang="ko-KR" b="1" dirty="0"/>
              <a:t>(Real-time Interaction)</a:t>
            </a:r>
          </a:p>
          <a:p>
            <a:pPr lvl="1"/>
            <a:r>
              <a:rPr lang="ko-KR" altLang="en-US" dirty="0"/>
              <a:t>사용자와 실시간으로 상호작용이 필요한 </a:t>
            </a:r>
            <a:r>
              <a:rPr lang="en-US" altLang="ko-KR" dirty="0"/>
              <a:t>CX </a:t>
            </a:r>
            <a:r>
              <a:rPr lang="ko-KR" altLang="en-US" dirty="0"/>
              <a:t>관점</a:t>
            </a:r>
            <a:endParaRPr lang="en-US" altLang="ko-KR" dirty="0"/>
          </a:p>
          <a:p>
            <a:pPr lvl="1"/>
            <a:r>
              <a:rPr lang="ko-KR" altLang="en-US" dirty="0"/>
              <a:t>일반적 대화 </a:t>
            </a:r>
            <a:r>
              <a:rPr lang="en-US" altLang="ko-KR" dirty="0"/>
              <a:t>(</a:t>
            </a:r>
            <a:r>
              <a:rPr lang="ko-KR" altLang="en-US" dirty="0"/>
              <a:t>잡담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실시간 통번역</a:t>
            </a:r>
            <a:endParaRPr lang="en-US" altLang="ko-KR" dirty="0"/>
          </a:p>
          <a:p>
            <a:pPr marL="433800" lvl="1" indent="0">
              <a:buNone/>
            </a:pPr>
            <a:endParaRPr lang="en-US" altLang="ko-KR" dirty="0"/>
          </a:p>
          <a:p>
            <a:pPr>
              <a:spcAft>
                <a:spcPts val="200"/>
              </a:spcAft>
            </a:pPr>
            <a:r>
              <a:rPr lang="ko-KR" altLang="en-US" b="1" dirty="0"/>
              <a:t>정보 처리 </a:t>
            </a:r>
            <a:r>
              <a:rPr lang="en-US" altLang="ko-KR" b="1" dirty="0"/>
              <a:t>(Information Retrieval)</a:t>
            </a:r>
          </a:p>
          <a:p>
            <a:pPr lvl="1"/>
            <a:r>
              <a:rPr lang="ko-KR" altLang="en-US" dirty="0"/>
              <a:t>입력 컨텍스트가 길며</a:t>
            </a:r>
            <a:r>
              <a:rPr lang="en-US" altLang="ko-KR" dirty="0"/>
              <a:t>, </a:t>
            </a:r>
            <a:r>
              <a:rPr lang="ko-KR" altLang="en-US" dirty="0"/>
              <a:t>복합 정보가 포함 될 수 있음</a:t>
            </a:r>
            <a:endParaRPr lang="en-US" altLang="ko-KR" dirty="0"/>
          </a:p>
          <a:p>
            <a:pPr lvl="1"/>
            <a:r>
              <a:rPr lang="ko-KR" altLang="en-US" dirty="0"/>
              <a:t>문서</a:t>
            </a:r>
            <a:r>
              <a:rPr lang="en-US" altLang="ko-KR" dirty="0"/>
              <a:t>/</a:t>
            </a:r>
            <a:r>
              <a:rPr lang="ko-KR" altLang="en-US" dirty="0"/>
              <a:t>정보 요약</a:t>
            </a:r>
            <a:r>
              <a:rPr lang="en-US" altLang="ko-KR" dirty="0"/>
              <a:t>: “</a:t>
            </a:r>
            <a:r>
              <a:rPr lang="ko-KR" altLang="en-US" dirty="0"/>
              <a:t>해당 내용 요약해줘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정보 추출</a:t>
            </a:r>
            <a:r>
              <a:rPr lang="en-US" altLang="ko-KR" dirty="0"/>
              <a:t>: “</a:t>
            </a:r>
            <a:r>
              <a:rPr lang="ko-KR" altLang="en-US" dirty="0"/>
              <a:t>회의록에서 </a:t>
            </a:r>
            <a:r>
              <a:rPr lang="en-US" altLang="ko-KR" dirty="0"/>
              <a:t>Action Item </a:t>
            </a:r>
            <a:r>
              <a:rPr lang="ko-KR" altLang="en-US" dirty="0"/>
              <a:t>추출해줘</a:t>
            </a:r>
            <a:r>
              <a:rPr lang="en-US" altLang="ko-KR" dirty="0"/>
              <a:t>”</a:t>
            </a:r>
          </a:p>
          <a:p>
            <a:pPr marL="433800" lvl="1" indent="0">
              <a:buNone/>
            </a:pPr>
            <a:endParaRPr lang="en-US" altLang="ko-KR" dirty="0"/>
          </a:p>
          <a:p>
            <a:pPr>
              <a:spcAft>
                <a:spcPts val="200"/>
              </a:spcAft>
            </a:pPr>
            <a:r>
              <a:rPr lang="ko-KR" altLang="en-US" b="1" dirty="0"/>
              <a:t>복합 추론 </a:t>
            </a:r>
            <a:r>
              <a:rPr lang="en-US" altLang="ko-KR" b="1" dirty="0"/>
              <a:t>(Complex Reasoning)</a:t>
            </a:r>
          </a:p>
          <a:p>
            <a:pPr lvl="1"/>
            <a:r>
              <a:rPr lang="ko-KR" altLang="en-US" dirty="0"/>
              <a:t>다단계의 생각이 필요하거나</a:t>
            </a:r>
            <a:r>
              <a:rPr lang="en-US" altLang="ko-KR" dirty="0"/>
              <a:t>, </a:t>
            </a:r>
            <a:r>
              <a:rPr lang="ko-KR" altLang="en-US" dirty="0"/>
              <a:t>외부 </a:t>
            </a:r>
            <a:r>
              <a:rPr lang="en-US" altLang="ko-KR" dirty="0"/>
              <a:t>API </a:t>
            </a:r>
            <a:r>
              <a:rPr lang="ko-KR" altLang="en-US" dirty="0"/>
              <a:t>호출이 다수 필요한 경우</a:t>
            </a:r>
            <a:endParaRPr lang="en-US" altLang="ko-KR" dirty="0"/>
          </a:p>
          <a:p>
            <a:pPr lvl="1"/>
            <a:r>
              <a:rPr lang="ko-KR" altLang="en-US" dirty="0"/>
              <a:t>계획 수립</a:t>
            </a:r>
            <a:r>
              <a:rPr lang="en-US" altLang="ko-KR" dirty="0"/>
              <a:t>: “xx</a:t>
            </a:r>
            <a:r>
              <a:rPr lang="ko-KR" altLang="en-US" dirty="0"/>
              <a:t>로 여행 계획</a:t>
            </a:r>
            <a:r>
              <a:rPr lang="en-US" altLang="ko-KR" dirty="0"/>
              <a:t> </a:t>
            </a:r>
            <a:r>
              <a:rPr lang="ko-KR" altLang="en-US" dirty="0"/>
              <a:t>일정을 짜고</a:t>
            </a:r>
            <a:r>
              <a:rPr lang="en-US" altLang="ko-KR" dirty="0"/>
              <a:t>, </a:t>
            </a:r>
            <a:r>
              <a:rPr lang="ko-KR" altLang="en-US" dirty="0"/>
              <a:t>항공</a:t>
            </a:r>
            <a:r>
              <a:rPr lang="en-US" altLang="ko-KR" dirty="0"/>
              <a:t>/</a:t>
            </a:r>
            <a:r>
              <a:rPr lang="ko-KR" altLang="en-US" dirty="0"/>
              <a:t>숙박 등 조사해서 보고해줘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수학적 계산</a:t>
            </a:r>
            <a:r>
              <a:rPr lang="en-US" altLang="ko-KR" dirty="0"/>
              <a:t>/</a:t>
            </a:r>
            <a:r>
              <a:rPr lang="ko-KR" altLang="en-US" dirty="0"/>
              <a:t>코딩</a:t>
            </a:r>
            <a:r>
              <a:rPr lang="en-US" altLang="ko-KR" dirty="0"/>
              <a:t>: “xx </a:t>
            </a:r>
            <a:r>
              <a:rPr lang="ko-KR" altLang="en-US" dirty="0"/>
              <a:t>내용을 기반으로 시스템을 구축하려고 하는데</a:t>
            </a:r>
            <a:r>
              <a:rPr lang="en-US" altLang="ko-KR" dirty="0"/>
              <a:t>…”</a:t>
            </a:r>
          </a:p>
          <a:p>
            <a:pPr lvl="1"/>
            <a:r>
              <a:rPr lang="ko-KR" altLang="en-US" dirty="0"/>
              <a:t>복합 판단</a:t>
            </a:r>
            <a:r>
              <a:rPr lang="en-US" altLang="ko-KR" dirty="0"/>
              <a:t>: “A</a:t>
            </a:r>
            <a:r>
              <a:rPr lang="ko-KR" altLang="en-US" dirty="0"/>
              <a:t>기업과 </a:t>
            </a:r>
            <a:r>
              <a:rPr lang="en-US" altLang="ko-KR" dirty="0"/>
              <a:t>B</a:t>
            </a:r>
            <a:r>
              <a:rPr lang="ko-KR" altLang="en-US" dirty="0"/>
              <a:t>기업 </a:t>
            </a:r>
            <a:r>
              <a:rPr lang="en-US" altLang="ko-KR" dirty="0"/>
              <a:t>3</a:t>
            </a:r>
            <a:r>
              <a:rPr lang="ko-KR" altLang="en-US" dirty="0"/>
              <a:t>분기 재무제표 기반으로 투자 관련</a:t>
            </a:r>
            <a:r>
              <a:rPr lang="en-US" altLang="ko-KR" dirty="0"/>
              <a:t>…”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68AF6E-49B7-35B9-70FE-C8D28A4F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Task</a:t>
            </a:r>
            <a:r>
              <a:rPr lang="ko-KR" altLang="en-US" dirty="0"/>
              <a:t> 분류</a:t>
            </a:r>
          </a:p>
        </p:txBody>
      </p:sp>
    </p:spTree>
    <p:extLst>
      <p:ext uri="{BB962C8B-B14F-4D97-AF65-F5344CB8AC3E}">
        <p14:creationId xmlns:p14="http://schemas.microsoft.com/office/powerpoint/2010/main" val="4914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6DC5-E9A8-881E-57F2-70115379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7C3EE25-14AF-470F-8E1C-6F4A1CC7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3" y="2227021"/>
            <a:ext cx="8478983" cy="305560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877EF85E-F097-9304-A81D-359F7736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System Architecture - Overall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0C5D-C7DA-A4CE-5CA5-946998E9880E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판별</a:t>
            </a:r>
            <a:r>
              <a:rPr lang="en-US" altLang="ko-KR" sz="1600" dirty="0"/>
              <a:t>, Cloud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진행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4282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F77B-FD41-A2A8-3561-3BDC2ECF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4091801-415F-45A5-545D-840BAB86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System Architecture - Overall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BB633-5C32-8595-EE0D-F9575D625BEE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판별</a:t>
            </a:r>
            <a:r>
              <a:rPr lang="en-US" altLang="ko-KR" sz="1600" dirty="0"/>
              <a:t>, Cloud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진행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ADE4EB-4298-29C5-90CF-A46384ED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336" y="1640149"/>
            <a:ext cx="9143999" cy="40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2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1CC4-DE38-109C-92B8-831EAE85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334DAA3-AA62-59AA-6D92-FACD370F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System Architecture - Edge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EFAFD8-A815-016A-B0A9-305E5EC43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96" y="2468001"/>
            <a:ext cx="10830008" cy="2741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5A0F71-BF9D-83ED-961C-24EA2C03B650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판별</a:t>
            </a:r>
            <a:r>
              <a:rPr lang="en-US" altLang="ko-KR" sz="1600" dirty="0"/>
              <a:t>, Cloud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진행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4068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F213-658D-B88D-D3E7-DDA75971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3CFB6AE-3D24-F8D3-3AE5-45066BB7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System Architecture - Cloud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74B57-634F-A07A-6D65-9E2D5CFB8F1D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판별</a:t>
            </a:r>
            <a:r>
              <a:rPr lang="en-US" altLang="ko-KR" sz="1600" dirty="0"/>
              <a:t>, Cloud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진행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434F5D-9EA1-096B-9AC8-97D77DF8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17" y="2571751"/>
            <a:ext cx="10454310" cy="260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62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1969-A4A2-1F22-641C-13899375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3BC5E87-A6F3-8E33-EF5E-1FE797BE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ko-KR" altLang="en-US" dirty="0"/>
              <a:t>물리 아키텍처 </a:t>
            </a:r>
            <a:r>
              <a:rPr lang="en-US" altLang="ko-KR" dirty="0"/>
              <a:t>- </a:t>
            </a:r>
            <a:r>
              <a:rPr lang="ko-KR" altLang="en-US" dirty="0"/>
              <a:t>의사 결정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BD39F-7710-20CF-6918-0AFB983CA484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Cloud – AWS </a:t>
            </a:r>
            <a:r>
              <a:rPr lang="ko-KR" altLang="en-US" sz="1600" dirty="0"/>
              <a:t>활용</a:t>
            </a:r>
            <a:r>
              <a:rPr lang="en-US" altLang="ko-KR" sz="1600" dirty="0"/>
              <a:t>, Edge – Android </a:t>
            </a:r>
            <a:r>
              <a:rPr lang="ko-KR" altLang="en-US" sz="1600" dirty="0"/>
              <a:t>고려</a:t>
            </a:r>
            <a:endParaRPr lang="en-US" altLang="ko-KR" sz="16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F866B62-0F8A-CFF6-9135-7B789400F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175561"/>
              </p:ext>
            </p:extLst>
          </p:nvPr>
        </p:nvGraphicFramePr>
        <p:xfrm>
          <a:off x="683492" y="1859651"/>
          <a:ext cx="10769599" cy="255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835">
                  <a:extLst>
                    <a:ext uri="{9D8B030D-6E8A-4147-A177-3AD203B41FA5}">
                      <a16:colId xmlns:a16="http://schemas.microsoft.com/office/drawing/2014/main" val="2611140373"/>
                    </a:ext>
                  </a:extLst>
                </a:gridCol>
                <a:gridCol w="4567382">
                  <a:extLst>
                    <a:ext uri="{9D8B030D-6E8A-4147-A177-3AD203B41FA5}">
                      <a16:colId xmlns:a16="http://schemas.microsoft.com/office/drawing/2014/main" val="4043479270"/>
                    </a:ext>
                  </a:extLst>
                </a:gridCol>
                <a:gridCol w="4567382">
                  <a:extLst>
                    <a:ext uri="{9D8B030D-6E8A-4147-A177-3AD203B41FA5}">
                      <a16:colId xmlns:a16="http://schemas.microsoft.com/office/drawing/2014/main" val="1583224377"/>
                    </a:ext>
                  </a:extLst>
                </a:gridCol>
              </a:tblGrid>
              <a:tr h="2186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SageMaker –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모델 자체 서빙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Bedrock –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관리형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171481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모델 자유도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Fine-tuned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오픈 소스 모델 자유롭게 배포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AWS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제공 모델 중심이며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Custom Model Import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제약 존재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67376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운영 부담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엔드포인트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스케일링 정책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인스턴스 등 직접 구성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인프라 고려 불필요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489228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비용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인스턴스 시간 과금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대량 트래픽 시 유리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토큰 단위 과금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소량 트래픽 시 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70138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콜드 스타트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Serverless Inference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시 콜드 스타트 존재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05396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SD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Streaming response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커스터마이징 자유도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Verifier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모드 검토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306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7E6A7D-8C52-FF5B-52AB-E861C6D831D7}"/>
              </a:ext>
            </a:extLst>
          </p:cNvPr>
          <p:cNvSpPr txBox="1"/>
          <p:nvPr/>
        </p:nvSpPr>
        <p:spPr>
          <a:xfrm>
            <a:off x="227163" y="1266908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Cloud LLM </a:t>
            </a:r>
            <a:r>
              <a:rPr lang="ko-KR" altLang="en-US" sz="1600" b="1" dirty="0"/>
              <a:t>서빙 방식</a:t>
            </a:r>
            <a:endParaRPr lang="en-US" altLang="ko-KR" sz="1600" b="1" dirty="0"/>
          </a:p>
        </p:txBody>
      </p:sp>
      <p:pic>
        <p:nvPicPr>
          <p:cNvPr id="5" name="그림 4" descr="Amazon Bedrock vs Amazon SageMaker: A Comprehensive Comparison">
            <a:extLst>
              <a:ext uri="{FF2B5EF4-FFF2-40B4-BE49-F238E27FC236}">
                <a16:creationId xmlns:a16="http://schemas.microsoft.com/office/drawing/2014/main" id="{290487AF-B24F-984C-7136-00BFAFD6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90" y="4715568"/>
            <a:ext cx="3319601" cy="1865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937F7F-EE09-01F5-BD8C-4CE3D9131601}"/>
              </a:ext>
            </a:extLst>
          </p:cNvPr>
          <p:cNvSpPr txBox="1"/>
          <p:nvPr/>
        </p:nvSpPr>
        <p:spPr>
          <a:xfrm>
            <a:off x="3949417" y="4715568"/>
            <a:ext cx="7932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Bedrock </a:t>
            </a:r>
            <a:r>
              <a:rPr lang="ko-KR" altLang="en-US" sz="1600" b="1" dirty="0"/>
              <a:t>서비스가 </a:t>
            </a:r>
            <a:r>
              <a:rPr lang="en-US" altLang="ko-KR" sz="1600" b="1" dirty="0"/>
              <a:t>Verifier/Generation </a:t>
            </a:r>
            <a:r>
              <a:rPr lang="ko-KR" altLang="en-US" sz="1600" b="1" dirty="0"/>
              <a:t>모두 지원가능 할 경우</a:t>
            </a:r>
            <a:r>
              <a:rPr lang="en-US" altLang="ko-KR" sz="1600" b="1" dirty="0"/>
              <a:t> </a:t>
            </a:r>
            <a:r>
              <a:rPr lang="en-US" altLang="ko-KR" sz="1600" b="1" dirty="0">
                <a:sym typeface="Wingdings" panose="05000000000000000000" pitchFamily="2" charset="2"/>
              </a:rPr>
              <a:t></a:t>
            </a:r>
            <a:r>
              <a:rPr lang="en-US" altLang="ko-KR" sz="1600" b="1" dirty="0"/>
              <a:t> Bedrock</a:t>
            </a:r>
            <a:r>
              <a:rPr lang="ko-KR" altLang="en-US" sz="1600" b="1" dirty="0"/>
              <a:t> 선택 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73154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DF95A-759F-EF6B-9E4E-6ACF7271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0657AB3-1518-2616-0E7D-4F1AC134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ko-KR" altLang="en-US" dirty="0"/>
              <a:t>물리 아키텍처 </a:t>
            </a:r>
            <a:r>
              <a:rPr lang="en-US" altLang="ko-KR" dirty="0"/>
              <a:t>- </a:t>
            </a:r>
            <a:r>
              <a:rPr lang="ko-KR" altLang="en-US" dirty="0"/>
              <a:t>의사 결정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4379D-C303-0957-3382-E7AC8AC2BA47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Cloud – AWS </a:t>
            </a:r>
            <a:r>
              <a:rPr lang="ko-KR" altLang="en-US" sz="1600" dirty="0"/>
              <a:t>활용</a:t>
            </a:r>
            <a:r>
              <a:rPr lang="en-US" altLang="ko-KR" sz="1600" dirty="0"/>
              <a:t>, Edge – Android </a:t>
            </a:r>
            <a:r>
              <a:rPr lang="ko-KR" altLang="en-US" sz="1600" dirty="0"/>
              <a:t>고려</a:t>
            </a:r>
            <a:endParaRPr lang="en-US" altLang="ko-KR" sz="16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975B2B-57F9-5039-59E6-1068A2A19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855974"/>
              </p:ext>
            </p:extLst>
          </p:nvPr>
        </p:nvGraphicFramePr>
        <p:xfrm>
          <a:off x="683492" y="1714512"/>
          <a:ext cx="10769598" cy="210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835">
                  <a:extLst>
                    <a:ext uri="{9D8B030D-6E8A-4147-A177-3AD203B41FA5}">
                      <a16:colId xmlns:a16="http://schemas.microsoft.com/office/drawing/2014/main" val="2611140373"/>
                    </a:ext>
                  </a:extLst>
                </a:gridCol>
                <a:gridCol w="3044921">
                  <a:extLst>
                    <a:ext uri="{9D8B030D-6E8A-4147-A177-3AD203B41FA5}">
                      <a16:colId xmlns:a16="http://schemas.microsoft.com/office/drawing/2014/main" val="4043479270"/>
                    </a:ext>
                  </a:extLst>
                </a:gridCol>
                <a:gridCol w="3044921">
                  <a:extLst>
                    <a:ext uri="{9D8B030D-6E8A-4147-A177-3AD203B41FA5}">
                      <a16:colId xmlns:a16="http://schemas.microsoft.com/office/drawing/2014/main" val="1583224377"/>
                    </a:ext>
                  </a:extLst>
                </a:gridCol>
                <a:gridCol w="3044921">
                  <a:extLst>
                    <a:ext uri="{9D8B030D-6E8A-4147-A177-3AD203B41FA5}">
                      <a16:colId xmlns:a16="http://schemas.microsoft.com/office/drawing/2014/main" val="2259019909"/>
                    </a:ext>
                  </a:extLst>
                </a:gridCol>
              </a:tblGrid>
              <a:tr h="2186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WebSocket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gRPC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SSE (Server-Sent Events)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171481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양방향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양방향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단방향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서버 → 클라이언트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67376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SD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하나의 세션에서 관리 가능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stream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단위로 메시지 송수신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Cloud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방향 별도 요청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489228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Offloading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요청에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오버스펙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gRPC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Unary RPC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REST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70138"/>
                  </a:ext>
                </a:extLst>
              </a:tr>
              <a:tr h="457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Android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OkHttp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내장 지원으로 구현 간단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 라이브러리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grpc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-java)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OkHttp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 내장 지원으로 구현 간단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053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4D2BD1-B184-09AB-092A-09ACD092F29E}"/>
              </a:ext>
            </a:extLst>
          </p:cNvPr>
          <p:cNvSpPr txBox="1"/>
          <p:nvPr/>
        </p:nvSpPr>
        <p:spPr>
          <a:xfrm>
            <a:off x="227163" y="1223016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Edge-Cloud </a:t>
            </a:r>
            <a:r>
              <a:rPr lang="ko-KR" altLang="en-US" sz="1600" b="1" dirty="0"/>
              <a:t>통신</a:t>
            </a:r>
            <a:endParaRPr lang="en-US" altLang="ko-KR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7D780-8D6B-71C9-7B10-34531935A446}"/>
              </a:ext>
            </a:extLst>
          </p:cNvPr>
          <p:cNvSpPr txBox="1"/>
          <p:nvPr/>
        </p:nvSpPr>
        <p:spPr>
          <a:xfrm>
            <a:off x="3949417" y="4715568"/>
            <a:ext cx="7932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타 서비스 및 프로토콜 통일화를 위해 </a:t>
            </a:r>
            <a:r>
              <a:rPr lang="en-US" altLang="ko-KR" sz="1600" b="1" dirty="0">
                <a:sym typeface="Wingdings" panose="05000000000000000000" pitchFamily="2" charset="2"/>
              </a:rPr>
              <a:t> </a:t>
            </a:r>
            <a:r>
              <a:rPr lang="en-US" altLang="ko-KR" sz="1600" b="1" dirty="0" err="1"/>
              <a:t>gRPC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선정</a:t>
            </a:r>
            <a:endParaRPr lang="en-US" altLang="ko-KR" sz="1600" b="1" dirty="0"/>
          </a:p>
        </p:txBody>
      </p:sp>
      <p:pic>
        <p:nvPicPr>
          <p:cNvPr id="8" name="그림 7" descr="gRPC Learning (Part 1). Basics, Unary and Server Streaming | by Yang(Bruce)  Li | Medium">
            <a:extLst>
              <a:ext uri="{FF2B5EF4-FFF2-40B4-BE49-F238E27FC236}">
                <a16:creationId xmlns:a16="http://schemas.microsoft.com/office/drawing/2014/main" id="{9C8D78CA-744D-6947-0576-F31C4CC6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5" y="4300735"/>
            <a:ext cx="3717162" cy="22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0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AED1-1B51-F93C-01B5-F5689BD2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6D0FC35-7558-0370-2EDF-D3811088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Physical Topology - Overall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8C438-6FDB-6B4D-C7B5-DFC8300F16E4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Edge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판별</a:t>
            </a:r>
            <a:r>
              <a:rPr lang="en-US" altLang="ko-KR" sz="1600" dirty="0"/>
              <a:t>, Cloud</a:t>
            </a:r>
            <a:r>
              <a:rPr lang="ko-KR" altLang="en-US" sz="1600" dirty="0"/>
              <a:t>에서 </a:t>
            </a:r>
            <a:r>
              <a:rPr lang="en-US" altLang="ko-KR" sz="1600" dirty="0"/>
              <a:t>XX </a:t>
            </a:r>
            <a:r>
              <a:rPr lang="ko-KR" altLang="en-US" sz="1600" dirty="0"/>
              <a:t>진행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96682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2052A-E78D-D039-D960-86E5003B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04BD614-8596-E811-5BC4-BCDC1E43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63" y="69013"/>
            <a:ext cx="8383437" cy="516608"/>
          </a:xfrm>
        </p:spPr>
        <p:txBody>
          <a:bodyPr/>
          <a:lstStyle/>
          <a:p>
            <a:r>
              <a:rPr lang="en-US" altLang="ko-KR" dirty="0"/>
              <a:t>Physical Topology - AWS Cloud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A96D0-BFA2-F381-87D0-895C2B121C3F}"/>
              </a:ext>
            </a:extLst>
          </p:cNvPr>
          <p:cNvSpPr txBox="1"/>
          <p:nvPr/>
        </p:nvSpPr>
        <p:spPr>
          <a:xfrm>
            <a:off x="227163" y="731520"/>
            <a:ext cx="117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--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A8E9DF-F876-2C6B-B7C2-AAA0EF76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2" y="1450521"/>
            <a:ext cx="9144000" cy="48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5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3738</TotalTime>
  <Words>645</Words>
  <Application>Microsoft Office PowerPoint</Application>
  <PresentationFormat>와이드스크린</PresentationFormat>
  <Paragraphs>116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Noto Sans KR</vt:lpstr>
      <vt:lpstr>맑은 고딕</vt:lpstr>
      <vt:lpstr>Aptos</vt:lpstr>
      <vt:lpstr>Arial</vt:lpstr>
      <vt:lpstr>Wingdings</vt:lpstr>
      <vt:lpstr>Office 테마</vt:lpstr>
      <vt:lpstr>Edge-Cloud 아키텍처 디자인</vt:lpstr>
      <vt:lpstr>비즈니스/도메인 선정</vt:lpstr>
      <vt:lpstr>연구 레퍼런스</vt:lpstr>
      <vt:lpstr>Task 분류</vt:lpstr>
      <vt:lpstr>System Architecture - Overall</vt:lpstr>
      <vt:lpstr>System Architecture - Overall</vt:lpstr>
      <vt:lpstr>System Architecture - Edge</vt:lpstr>
      <vt:lpstr>System Architecture - Cloud</vt:lpstr>
      <vt:lpstr>물리 아키텍처 - 의사 결정 사항</vt:lpstr>
      <vt:lpstr>물리 아키텍처 - 의사 결정 사항</vt:lpstr>
      <vt:lpstr>Physical Topology - Overall</vt:lpstr>
      <vt:lpstr>Physical Topology - AWS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Seungtae Moon</dc:creator>
  <cp:lastModifiedBy>Seungtae Moon</cp:lastModifiedBy>
  <cp:revision>1</cp:revision>
  <dcterms:created xsi:type="dcterms:W3CDTF">2026-05-04T23:37:13Z</dcterms:created>
  <dcterms:modified xsi:type="dcterms:W3CDTF">2026-06-14T01:41:55Z</dcterms:modified>
</cp:coreProperties>
</file>